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0" r:id="rId1"/>
  </p:sldMasterIdLst>
  <p:notesMasterIdLst>
    <p:notesMasterId r:id="rId23"/>
  </p:notesMasterIdLst>
  <p:sldIdLst>
    <p:sldId id="256" r:id="rId2"/>
    <p:sldId id="257" r:id="rId3"/>
    <p:sldId id="282" r:id="rId4"/>
    <p:sldId id="283" r:id="rId5"/>
    <p:sldId id="258" r:id="rId6"/>
    <p:sldId id="281" r:id="rId7"/>
    <p:sldId id="290" r:id="rId8"/>
    <p:sldId id="302" r:id="rId9"/>
    <p:sldId id="292" r:id="rId10"/>
    <p:sldId id="268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280" r:id="rId20"/>
    <p:sldId id="287" r:id="rId21"/>
    <p:sldId id="279" r:id="rId22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57A0AE-0506-45E7-8175-8919151D8290}">
          <p14:sldIdLst>
            <p14:sldId id="256"/>
            <p14:sldId id="257"/>
            <p14:sldId id="282"/>
            <p14:sldId id="283"/>
            <p14:sldId id="258"/>
            <p14:sldId id="281"/>
            <p14:sldId id="290"/>
            <p14:sldId id="302"/>
            <p14:sldId id="292"/>
            <p14:sldId id="268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280"/>
            <p14:sldId id="287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8" autoAdjust="0"/>
    <p:restoredTop sz="95179" autoAdjust="0"/>
  </p:normalViewPr>
  <p:slideViewPr>
    <p:cSldViewPr snapToGrid="0">
      <p:cViewPr varScale="1">
        <p:scale>
          <a:sx n="82" d="100"/>
          <a:sy n="82" d="100"/>
        </p:scale>
        <p:origin x="186" y="60"/>
      </p:cViewPr>
      <p:guideLst>
        <p:guide orient="horz" pos="19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6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60D62-97D4-49B7-8FCB-A2235A2E822C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4929B-E562-4035-AFB5-F24C53532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26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4929B-E562-4035-AFB5-F24C53532C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34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2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1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5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35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41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3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1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1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69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83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527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0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376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2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1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3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E0D914D-B099-4142-A885-11F276715148}" type="datetimeFigureOut">
              <a:rPr lang="en-US" smtClean="0"/>
              <a:t>1/30/2018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97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8934" y="1439715"/>
            <a:ext cx="9479179" cy="1275644"/>
          </a:xfrm>
        </p:spPr>
        <p:txBody>
          <a:bodyPr>
            <a:normAutofit/>
          </a:bodyPr>
          <a:lstStyle/>
          <a:p>
            <a:pPr>
              <a:tabLst>
                <a:tab pos="2065338" algn="l"/>
              </a:tabLst>
            </a:pPr>
            <a:r>
              <a:rPr lang="en-US" sz="3200" dirty="0" smtClean="0">
                <a:solidFill>
                  <a:schemeClr val="bg1"/>
                </a:solidFill>
              </a:rPr>
              <a:t>PHARMACY management system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 flipV="1">
            <a:off x="2061981" y="8190906"/>
            <a:ext cx="952682" cy="45719"/>
          </a:xfrm>
          <a:noFill/>
          <a:ln>
            <a:noFill/>
          </a:ln>
        </p:spPr>
        <p:txBody>
          <a:bodyPr>
            <a:normAutofit fontScale="25000" lnSpcReduction="20000"/>
          </a:bodyPr>
          <a:lstStyle/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142253" y="4728043"/>
            <a:ext cx="4767260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chemeClr val="bg1"/>
                </a:solidFill>
              </a:rPr>
              <a:t>Submitted </a:t>
            </a:r>
            <a:r>
              <a:rPr lang="en-US" u="sng" dirty="0">
                <a:solidFill>
                  <a:schemeClr val="bg1"/>
                </a:solidFill>
              </a:rPr>
              <a:t>by</a:t>
            </a:r>
            <a:r>
              <a:rPr lang="en-US" u="sng" dirty="0" smtClean="0">
                <a:solidFill>
                  <a:schemeClr val="bg1"/>
                </a:solidFill>
              </a:rPr>
              <a:t>: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Bikash Singh, 15371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Damber </a:t>
            </a:r>
            <a:r>
              <a:rPr lang="en-US" dirty="0">
                <a:solidFill>
                  <a:schemeClr val="bg1"/>
                </a:solidFill>
              </a:rPr>
              <a:t>Upadhyay, 15387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Pravin </a:t>
            </a:r>
            <a:r>
              <a:rPr lang="en-US" dirty="0">
                <a:solidFill>
                  <a:schemeClr val="bg1"/>
                </a:solidFill>
              </a:rPr>
              <a:t>Gautam, 15365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90639" y="359114"/>
            <a:ext cx="5486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A 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PROJECT PRESENTATION 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ON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813502" y="1735776"/>
            <a:ext cx="8640673" cy="1609999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738602" y="4728043"/>
            <a:ext cx="41442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>
                <a:solidFill>
                  <a:schemeClr val="bg1"/>
                </a:solidFill>
              </a:rPr>
              <a:t>Submitted to</a:t>
            </a:r>
            <a:r>
              <a:rPr lang="en-US" b="1" u="sng" dirty="0" smtClean="0">
                <a:solidFill>
                  <a:schemeClr val="bg1"/>
                </a:solidFill>
              </a:rPr>
              <a:t>: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Research and Development Department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smtClean="0">
                <a:solidFill>
                  <a:schemeClr val="bg1"/>
                </a:solidFill>
              </a:rPr>
              <a:t>Nepal college of information technology(NCIT), Balkumari, Lalaitpur)</a:t>
            </a:r>
            <a:endParaRPr lang="en-GB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555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build="p"/>
      <p:bldP spid="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70036" y="700617"/>
            <a:ext cx="10488614" cy="547158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PHARMACY MANAGEMENT SYSTEM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bg1"/>
                </a:solidFill>
              </a:rPr>
              <a:t>Pharmacy </a:t>
            </a:r>
            <a:r>
              <a:rPr lang="en-US" dirty="0">
                <a:solidFill>
                  <a:schemeClr val="bg1"/>
                </a:solidFill>
              </a:rPr>
              <a:t>management </a:t>
            </a:r>
            <a:r>
              <a:rPr lang="en-US" dirty="0" smtClean="0">
                <a:solidFill>
                  <a:schemeClr val="bg1"/>
                </a:solidFill>
              </a:rPr>
              <a:t>system is </a:t>
            </a:r>
            <a:r>
              <a:rPr lang="en-US" dirty="0">
                <a:solidFill>
                  <a:schemeClr val="bg1"/>
                </a:solidFill>
              </a:rPr>
              <a:t>a windows application which aims in the management of </a:t>
            </a:r>
            <a:r>
              <a:rPr lang="en-US">
                <a:solidFill>
                  <a:schemeClr val="bg1"/>
                </a:solidFill>
              </a:rPr>
              <a:t>the </a:t>
            </a:r>
            <a:r>
              <a:rPr lang="en-US" smtClean="0">
                <a:solidFill>
                  <a:schemeClr val="bg1"/>
                </a:solidFill>
              </a:rPr>
              <a:t>stock </a:t>
            </a:r>
            <a:r>
              <a:rPr lang="en-US" dirty="0">
                <a:solidFill>
                  <a:schemeClr val="bg1"/>
                </a:solidFill>
              </a:rPr>
              <a:t>of the pharmaceutical store. This program can be used in any pharmaceutical store having a database to </a:t>
            </a:r>
            <a:r>
              <a:rPr lang="en-US" dirty="0" smtClean="0">
                <a:solidFill>
                  <a:schemeClr val="bg1"/>
                </a:solidFill>
              </a:rPr>
              <a:t>maintain.</a:t>
            </a:r>
            <a:endParaRPr 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4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587" y="823336"/>
            <a:ext cx="8825658" cy="746706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accent2">
                    <a:lumMod val="75000"/>
                  </a:schemeClr>
                </a:solidFill>
              </a:rPr>
              <a:t>Problems statement</a:t>
            </a:r>
            <a:r>
              <a:rPr lang="en-US" sz="4400" dirty="0" smtClean="0"/>
              <a:t> </a:t>
            </a:r>
            <a:endParaRPr lang="en-GB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587" y="2348178"/>
            <a:ext cx="8825658" cy="2444693"/>
          </a:xfrm>
        </p:spPr>
        <p:txBody>
          <a:bodyPr>
            <a:normAutofit fontScale="92500"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Searching of old customer data/list can create more problems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Multiple </a:t>
            </a:r>
            <a:r>
              <a:rPr lang="en-US" dirty="0">
                <a:solidFill>
                  <a:schemeClr val="bg1"/>
                </a:solidFill>
              </a:rPr>
              <a:t>numbers of medicine creates confusion to the user.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Tracking of pharmacy database manually is difficult.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Lack of good pharmacy management application.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Available application being either too complicated or lacking key </a:t>
            </a:r>
            <a:r>
              <a:rPr lang="en-US" dirty="0" smtClean="0">
                <a:solidFill>
                  <a:schemeClr val="bg1"/>
                </a:solidFill>
              </a:rPr>
              <a:t>features.</a:t>
            </a: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GB" cap="none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587" y="1618136"/>
            <a:ext cx="9866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>
                <a:solidFill>
                  <a:schemeClr val="bg1"/>
                </a:solidFill>
              </a:rPr>
              <a:t>The need of Pharmacy Management System is due to these problems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764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0332" y="233835"/>
            <a:ext cx="11000232" cy="1761843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To solve the problems, the “</a:t>
            </a:r>
            <a:r>
              <a:rPr lang="en-US" sz="3200" b="1" u="sng" dirty="0" smtClean="0">
                <a:solidFill>
                  <a:schemeClr val="bg1"/>
                </a:solidFill>
              </a:rPr>
              <a:t>Pharmacy management system </a:t>
            </a:r>
            <a:r>
              <a:rPr lang="en-US" sz="3200" dirty="0" smtClean="0">
                <a:solidFill>
                  <a:schemeClr val="bg1"/>
                </a:solidFill>
              </a:rPr>
              <a:t>” is made.</a:t>
            </a:r>
            <a:endParaRPr lang="en-GB" sz="32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023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10324" y="799571"/>
            <a:ext cx="10595976" cy="746706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Features of Pharmacy Management System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96024" y="1716129"/>
            <a:ext cx="8825658" cy="2792361"/>
          </a:xfrm>
        </p:spPr>
        <p:txBody>
          <a:bodyPr>
            <a:normAutofit/>
          </a:bodyPr>
          <a:lstStyle/>
          <a:p>
            <a:pPr lvl="0"/>
            <a:r>
              <a:rPr lang="en-US" cap="none" dirty="0" smtClean="0">
                <a:solidFill>
                  <a:schemeClr val="bg1"/>
                </a:solidFill>
              </a:rPr>
              <a:t> Features and functions are :</a:t>
            </a:r>
            <a:endParaRPr lang="en-GB" cap="none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 smtClean="0"/>
              <a:t>It has feature of Stock management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 smtClean="0"/>
              <a:t>Sold medicine record keeping log menu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 smtClean="0"/>
              <a:t>Purchased </a:t>
            </a:r>
            <a:r>
              <a:rPr lang="en-GB" dirty="0"/>
              <a:t>medicine record keeping log menu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 smtClean="0"/>
              <a:t>Medicine stock management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dirty="0" smtClean="0"/>
              <a:t>Search to any data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793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96024" y="499533"/>
            <a:ext cx="8825658" cy="746706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Objective and aim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6024" y="1462688"/>
            <a:ext cx="9866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bg1"/>
                </a:solidFill>
              </a:rPr>
              <a:t>User can see information about pharmacy stock easily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bg1"/>
                </a:solidFill>
              </a:rPr>
              <a:t>User can check information about medicine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bg1"/>
                </a:solidFill>
              </a:rPr>
              <a:t>Data are protected with high security by implementing it at database level, so only authorized personnel have access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bg1"/>
                </a:solidFill>
              </a:rPr>
              <a:t> Application can also show out of stock items/medicines to owner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bg1"/>
                </a:solidFill>
              </a:rPr>
              <a:t>Data are accurately and efficiently saved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bg1"/>
                </a:solidFill>
              </a:rPr>
              <a:t>Information can be </a:t>
            </a:r>
            <a:r>
              <a:rPr lang="en-GB" dirty="0">
                <a:solidFill>
                  <a:schemeClr val="bg1"/>
                </a:solidFill>
              </a:rPr>
              <a:t>accurately and </a:t>
            </a:r>
            <a:r>
              <a:rPr lang="en-GB" dirty="0" smtClean="0">
                <a:solidFill>
                  <a:schemeClr val="bg1"/>
                </a:solidFill>
              </a:rPr>
              <a:t>efficiently retrieved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020882" y="7087129"/>
            <a:ext cx="6400800" cy="1947333"/>
          </a:xfrm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95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99" y="529481"/>
            <a:ext cx="11177516" cy="2705038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Working of pharmacy management system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8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102" y="83916"/>
            <a:ext cx="7454701" cy="6005417"/>
          </a:xfrm>
        </p:spPr>
      </p:pic>
      <p:sp>
        <p:nvSpPr>
          <p:cNvPr id="6" name="TextBox 5"/>
          <p:cNvSpPr txBox="1"/>
          <p:nvPr/>
        </p:nvSpPr>
        <p:spPr>
          <a:xfrm>
            <a:off x="3472406" y="6377650"/>
            <a:ext cx="649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Fig. Working Flowchart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604304" y="4502552"/>
            <a:ext cx="6921661" cy="1469985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smtClean="0">
                <a:solidFill>
                  <a:schemeClr val="bg2"/>
                </a:solidFill>
                <a:latin typeface="Adobe Garamond Pro" panose="02020502060506020403" pitchFamily="18" charset="0"/>
              </a:rPr>
              <a:t>Print Sold Medicine</a:t>
            </a:r>
          </a:p>
          <a:p>
            <a:pPr algn="ctr"/>
            <a:r>
              <a:rPr lang="en-US" sz="1050" b="1" dirty="0" smtClean="0">
                <a:solidFill>
                  <a:schemeClr val="bg2"/>
                </a:solidFill>
                <a:latin typeface="Adobe Garamond Pro" panose="02020502060506020403" pitchFamily="18" charset="0"/>
              </a:rPr>
              <a:t>Print Purchased Stock</a:t>
            </a:r>
          </a:p>
          <a:p>
            <a:pPr algn="ctr"/>
            <a:endParaRPr lang="en-US" sz="1000" b="1" dirty="0">
              <a:solidFill>
                <a:schemeClr val="bg2"/>
              </a:solidFill>
              <a:latin typeface="Adobe Garamond Pro" panose="02020502060506020403" pitchFamily="18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604304" y="4861367"/>
            <a:ext cx="6933235" cy="11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148314" y="4502552"/>
            <a:ext cx="5798916" cy="3588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bg2"/>
                </a:solidFill>
              </a:rPr>
              <a:t>Print receipt</a:t>
            </a:r>
            <a:endParaRPr lang="en-US" sz="1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90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790" y="0"/>
            <a:ext cx="6561841" cy="5725236"/>
          </a:xfrm>
        </p:spPr>
      </p:pic>
      <p:sp>
        <p:nvSpPr>
          <p:cNvPr id="5" name="Oval 4"/>
          <p:cNvSpPr/>
          <p:nvPr/>
        </p:nvSpPr>
        <p:spPr>
          <a:xfrm>
            <a:off x="6179710" y="191069"/>
            <a:ext cx="1544922" cy="736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Record List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6211" y="6209731"/>
            <a:ext cx="6982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Fig. Pharmacy Record Flowchart</a:t>
            </a:r>
          </a:p>
        </p:txBody>
      </p:sp>
      <p:sp>
        <p:nvSpPr>
          <p:cNvPr id="9" name="Oval 8"/>
          <p:cNvSpPr/>
          <p:nvPr/>
        </p:nvSpPr>
        <p:spPr>
          <a:xfrm>
            <a:off x="7833815" y="1160060"/>
            <a:ext cx="1514901" cy="7096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Display Form</a:t>
            </a:r>
            <a:endParaRPr lang="en-US" sz="1100" dirty="0"/>
          </a:p>
        </p:txBody>
      </p:sp>
      <p:sp>
        <p:nvSpPr>
          <p:cNvPr id="11" name="Oval 10"/>
          <p:cNvSpPr/>
          <p:nvPr/>
        </p:nvSpPr>
        <p:spPr>
          <a:xfrm>
            <a:off x="6179710" y="2374710"/>
            <a:ext cx="1544922" cy="6960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Get Details</a:t>
            </a:r>
            <a:endParaRPr lang="en-US" sz="1100" dirty="0"/>
          </a:p>
        </p:txBody>
      </p:sp>
      <p:sp>
        <p:nvSpPr>
          <p:cNvPr id="12" name="Oval 11"/>
          <p:cNvSpPr/>
          <p:nvPr/>
        </p:nvSpPr>
        <p:spPr>
          <a:xfrm>
            <a:off x="6823880" y="4858603"/>
            <a:ext cx="1228297" cy="7540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Edit List</a:t>
            </a:r>
            <a:endParaRPr lang="en-US" sz="1100" dirty="0"/>
          </a:p>
        </p:txBody>
      </p:sp>
      <p:sp>
        <p:nvSpPr>
          <p:cNvPr id="13" name="Oval 12"/>
          <p:cNvSpPr/>
          <p:nvPr/>
        </p:nvSpPr>
        <p:spPr>
          <a:xfrm>
            <a:off x="3739487" y="4763069"/>
            <a:ext cx="1214649" cy="750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Update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3302758" y="191069"/>
            <a:ext cx="1651378" cy="736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Pharmacy Record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589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706" y="440608"/>
            <a:ext cx="971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Some Screen Shots of the system are:</a:t>
            </a:r>
            <a:endParaRPr lang="en-GB" sz="40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457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582209"/>
            <a:ext cx="8698021" cy="489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576" y="1"/>
            <a:ext cx="8268183" cy="592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0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480" y="177141"/>
            <a:ext cx="8800093" cy="552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5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313" y="1"/>
            <a:ext cx="3931980" cy="621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4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859" y="364657"/>
            <a:ext cx="8078327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7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317" y="293140"/>
            <a:ext cx="8255933" cy="50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5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828" y="328137"/>
            <a:ext cx="8117948" cy="480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2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684" y="1449818"/>
            <a:ext cx="6247806" cy="48272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617" y="491319"/>
            <a:ext cx="11464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1"/>
                </a:solidFill>
              </a:rPr>
              <a:t>Installation of the Pharmacy Management System</a:t>
            </a:r>
            <a:endParaRPr lang="en-US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07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9229" y="797515"/>
            <a:ext cx="8825658" cy="760236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</a:rPr>
              <a:t>Limitations :</a:t>
            </a:r>
            <a:endParaRPr lang="en-GB" sz="4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746649" y="1868918"/>
            <a:ext cx="8825658" cy="252254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cap="none" dirty="0" smtClean="0">
                <a:solidFill>
                  <a:schemeClr val="bg1"/>
                </a:solidFill>
              </a:rPr>
              <a:t>Pharmacy management system is not fully completed management software.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cap="none" dirty="0" smtClean="0">
                <a:solidFill>
                  <a:schemeClr val="bg1"/>
                </a:solidFill>
              </a:rPr>
              <a:t>It only runs in Windows platform. No other platforms are supported.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725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9354" y="797514"/>
            <a:ext cx="8825658" cy="760236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Conclusion</a:t>
            </a:r>
            <a:endParaRPr lang="en-GB" sz="4400" b="1" dirty="0">
              <a:solidFill>
                <a:schemeClr val="bg1"/>
              </a:solidFill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596524" y="1937157"/>
            <a:ext cx="8825658" cy="252254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cap="none" dirty="0" smtClean="0">
                <a:solidFill>
                  <a:schemeClr val="bg1"/>
                </a:solidFill>
              </a:rPr>
              <a:t>Pharmacy management system has simple and attractive </a:t>
            </a:r>
            <a:r>
              <a:rPr lang="en-US" dirty="0">
                <a:solidFill>
                  <a:schemeClr val="bg1"/>
                </a:solidFill>
              </a:rPr>
              <a:t>u</a:t>
            </a:r>
            <a:r>
              <a:rPr lang="en-US" cap="none" dirty="0" smtClean="0">
                <a:solidFill>
                  <a:schemeClr val="bg1"/>
                </a:solidFill>
              </a:rPr>
              <a:t>ser interface.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It has high security by implementing data at database level.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A semi-technical pharmacy owner can easily use Pharmacy Management System software.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cap="none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cap="none" dirty="0" smtClean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552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55737" y="1229781"/>
            <a:ext cx="10017126" cy="4399493"/>
          </a:xfrm>
        </p:spPr>
        <p:txBody>
          <a:bodyPr>
            <a:noAutofit/>
          </a:bodyPr>
          <a:lstStyle/>
          <a:p>
            <a:pPr algn="ctr"/>
            <a:r>
              <a:rPr lang="en-US" sz="8800" b="1" dirty="0" smtClean="0">
                <a:solidFill>
                  <a:schemeClr val="accent1">
                    <a:lumMod val="50000"/>
                  </a:schemeClr>
                </a:solidFill>
                <a:latin typeface="Freestyle Script" panose="030804020302050B0404" pitchFamily="66" charset="0"/>
              </a:rPr>
              <a:t>Thank you </a:t>
            </a:r>
            <a:br>
              <a:rPr lang="en-US" sz="8800" b="1" dirty="0" smtClean="0">
                <a:solidFill>
                  <a:schemeClr val="accent1">
                    <a:lumMod val="50000"/>
                  </a:schemeClr>
                </a:solidFill>
                <a:latin typeface="Freestyle Script" panose="030804020302050B0404" pitchFamily="66" charset="0"/>
              </a:rPr>
            </a:br>
            <a:r>
              <a:rPr lang="en-US" sz="8800" b="1" dirty="0" smtClean="0">
                <a:solidFill>
                  <a:schemeClr val="accent1">
                    <a:lumMod val="50000"/>
                  </a:schemeClr>
                </a:solidFill>
                <a:latin typeface="Freestyle Script" panose="030804020302050B0404" pitchFamily="66" charset="0"/>
              </a:rPr>
              <a:t>For </a:t>
            </a:r>
            <a:br>
              <a:rPr lang="en-US" sz="8800" b="1" dirty="0" smtClean="0">
                <a:solidFill>
                  <a:schemeClr val="accent1">
                    <a:lumMod val="50000"/>
                  </a:schemeClr>
                </a:solidFill>
                <a:latin typeface="Freestyle Script" panose="030804020302050B0404" pitchFamily="66" charset="0"/>
              </a:rPr>
            </a:br>
            <a:r>
              <a:rPr lang="en-US" sz="8800" b="1" dirty="0" smtClean="0">
                <a:solidFill>
                  <a:schemeClr val="accent1">
                    <a:lumMod val="50000"/>
                  </a:schemeClr>
                </a:solidFill>
                <a:latin typeface="Freestyle Script" panose="030804020302050B0404" pitchFamily="66" charset="0"/>
              </a:rPr>
              <a:t>Watching</a:t>
            </a:r>
            <a:endParaRPr lang="en-US" sz="8800" b="1" dirty="0">
              <a:solidFill>
                <a:schemeClr val="accent1">
                  <a:lumMod val="50000"/>
                </a:schemeClr>
              </a:solidFill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75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.2|0|1.6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2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5|0|0.5|0.3|0.1|0.2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5|0|0.5|0.3|0.1|0.2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7|0.2|0.1|0.1|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5|0.5|0|0|0|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2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2|1.1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1262</TotalTime>
  <Words>348</Words>
  <Application>Microsoft Office PowerPoint</Application>
  <PresentationFormat>Widescreen</PresentationFormat>
  <Paragraphs>59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  <vt:variant>
        <vt:lpstr>Custom Shows</vt:lpstr>
      </vt:variant>
      <vt:variant>
        <vt:i4>1</vt:i4>
      </vt:variant>
    </vt:vector>
  </HeadingPairs>
  <TitlesOfParts>
    <vt:vector size="29" baseType="lpstr">
      <vt:lpstr>Adobe Garamond Pro</vt:lpstr>
      <vt:lpstr>Calibri</vt:lpstr>
      <vt:lpstr>Century Gothic</vt:lpstr>
      <vt:lpstr>Freestyle Script</vt:lpstr>
      <vt:lpstr>Wingdings</vt:lpstr>
      <vt:lpstr>Wingdings 3</vt:lpstr>
      <vt:lpstr>Slice</vt:lpstr>
      <vt:lpstr>PHARMACY management system</vt:lpstr>
      <vt:lpstr>PowerPoint Presentation</vt:lpstr>
      <vt:lpstr>Problems statement </vt:lpstr>
      <vt:lpstr>To solve the problems, the “Pharmacy management system ” is made.</vt:lpstr>
      <vt:lpstr>Features of Pharmacy Management System</vt:lpstr>
      <vt:lpstr>Objective and aim</vt:lpstr>
      <vt:lpstr>Working of pharmacy management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:</vt:lpstr>
      <vt:lpstr>Conclusion</vt:lpstr>
      <vt:lpstr>Thank you  For  Watching</vt:lpstr>
      <vt:lpstr>Custom Show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Bhaskar Bhatt</dc:creator>
  <cp:lastModifiedBy>Bikash Singh</cp:lastModifiedBy>
  <cp:revision>120</cp:revision>
  <dcterms:created xsi:type="dcterms:W3CDTF">2015-03-23T15:03:18Z</dcterms:created>
  <dcterms:modified xsi:type="dcterms:W3CDTF">2018-01-30T07:16:12Z</dcterms:modified>
</cp:coreProperties>
</file>